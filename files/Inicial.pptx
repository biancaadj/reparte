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102D9-DBC8-45B4-BB13-2DC03FCA3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81C4F-4FC0-8E6F-07EA-A93FB1668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72993A-4D3B-0A90-5C7A-B1CE9D24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CF944-F47C-CA85-8E2E-F4F6BF9B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67AF7-8107-5674-B64E-1E23CEC8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807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B6DC6-0B2C-7385-C1C0-ECF1EFF8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746-C55B-1EA6-4485-3F1A7B5E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84CF53-716E-8E0B-1789-76BCF739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B4059-8BA5-7D86-CE2D-087B8336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A3369-4A28-FFDD-DFB3-674F4B7E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66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5C3FA-C2EE-120F-B119-394099A7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24B82B-F4EC-57B0-DB55-CC1DEBE38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FFCB95-C13C-5FE5-82D1-36DBBE2E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AACC3A-7520-1A46-B4B4-3F4EA3A2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F875BD-B570-F50A-D15E-FABEE0E2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2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E4DBF-EE2A-52D4-A60F-F1E24B8E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418EB-8398-600D-27A2-F8BF699C7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01A2AC-2181-B3E4-F707-5A8B0D733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0E9D63-8ADF-AA81-1C44-CC9BE7EB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DA9BA-C8DF-ECE3-CE7C-504890D7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01857C-8B39-E868-8100-1DFB147E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86443-9564-CEE4-3238-5D0652C1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86617D-6212-5312-579B-9D5CFE81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BE583F-4A80-FE6D-AD8D-F4BFD0747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6DA371-0AB5-E240-A068-B149186BA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B67C3B-AB31-C481-BEEE-7700C8725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9E7C9B-ED3A-DE33-F32B-2DE8BA58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409211-A357-39BE-20D1-FF384E2D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EAB5C8-02DA-EC1F-0275-26FA1ED8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67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FEC1C-69C8-063A-4A13-8993C2E5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62492A-DF34-BB5C-697B-27F02BC8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2772F6-D1EF-EE20-9901-8F38C4CD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EF1C7D-F5C2-C2A7-B095-26A2F440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27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242550-6AF5-0465-C73C-2048F6D7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7A5D84-1A39-23D1-20A9-459E461D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91B717-46EC-1262-7BC0-9A884782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73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0F583-1DF4-1B3D-3976-9263BA92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084D89-423D-7AB0-2F3C-4AE4FB7D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18E86E-8D2C-1205-CD3B-53C75D08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44A053-98CF-487C-D1E3-AD3DE9F7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5F716-7EB5-06AC-BB95-FA1E411B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7E383B-0379-00A5-5AAD-C6BB3385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87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F0396-9588-78A9-BF22-A0F9C74F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DB756-E3A1-532C-139C-591FDB86E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2D7843-1C17-EE1A-94C8-722CF1E02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6BEEDB-3710-2538-6210-3DF52DA76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E5CE03-69A1-C5AA-734B-A500E4EC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C92090-22C8-5774-7488-9A7E6FA1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6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33540-D0DD-08CF-4485-0BB9AE78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1E5D3E-850E-1FC5-393C-B4585466C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994294-8471-616D-F9EA-D711846F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73349-DA14-80CF-C8C7-841C753C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696F7-3FA0-3536-12BA-6DC86D28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41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20316F-CEA2-6F8D-8645-17ACE9178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17C412-090C-C62B-4B0F-8250DA140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6DF6B0-D618-2EB0-B22A-BDCAAC52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FB89B3-C016-C6B7-FF5B-6E9D159A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9ADB1B-359D-8007-8520-6235F2F6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54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9D6323-ECB9-CDC6-D3CF-5BE6C4C4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5C3298-3102-AC91-63E3-FF05FCE6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B9241-7B40-37A3-11D0-C6423C1D8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35E95-8F5C-42A5-B8FE-38B2658F2E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CF3CFC-7D39-2829-E7F8-B2F121B96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D6208-5F96-72D3-ECB8-AFD8126AD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A1364-51F8-481A-AA6D-FA2F85A16A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7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E795-1DD0-FEBF-E944-09D19D24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m login">
            <a:extLst>
              <a:ext uri="{FF2B5EF4-FFF2-40B4-BE49-F238E27FC236}">
                <a16:creationId xmlns:a16="http://schemas.microsoft.com/office/drawing/2014/main" id="{13FFAAD1-36C3-436B-716B-F85086EAB8CD}"/>
              </a:ext>
            </a:extLst>
          </p:cNvPr>
          <p:cNvSpPr txBox="1"/>
          <p:nvPr/>
        </p:nvSpPr>
        <p:spPr>
          <a:xfrm>
            <a:off x="7808976" y="164413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Com login</a:t>
            </a:r>
          </a:p>
        </p:txBody>
      </p:sp>
      <p:sp>
        <p:nvSpPr>
          <p:cNvPr id="25" name="Sem login">
            <a:extLst>
              <a:ext uri="{FF2B5EF4-FFF2-40B4-BE49-F238E27FC236}">
                <a16:creationId xmlns:a16="http://schemas.microsoft.com/office/drawing/2014/main" id="{603FC06C-3CF5-DA37-C24E-8DFAF6DB64D9}"/>
              </a:ext>
            </a:extLst>
          </p:cNvPr>
          <p:cNvSpPr txBox="1"/>
          <p:nvPr/>
        </p:nvSpPr>
        <p:spPr>
          <a:xfrm>
            <a:off x="7808976" y="29374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Sem login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6631F2-F2E2-9FD6-C556-178E08C710A9}"/>
              </a:ext>
            </a:extLst>
          </p:cNvPr>
          <p:cNvSpPr txBox="1"/>
          <p:nvPr/>
        </p:nvSpPr>
        <p:spPr>
          <a:xfrm>
            <a:off x="4162044" y="1828800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R$ 0.000.000,00</a:t>
            </a:r>
          </a:p>
        </p:txBody>
      </p:sp>
      <p:grpSp>
        <p:nvGrpSpPr>
          <p:cNvPr id="61" name="Header">
            <a:extLst>
              <a:ext uri="{FF2B5EF4-FFF2-40B4-BE49-F238E27FC236}">
                <a16:creationId xmlns:a16="http://schemas.microsoft.com/office/drawing/2014/main" id="{403174C0-93AF-2C8E-A7F2-F0945C77E36C}"/>
              </a:ext>
            </a:extLst>
          </p:cNvPr>
          <p:cNvGrpSpPr/>
          <p:nvPr/>
        </p:nvGrpSpPr>
        <p:grpSpPr>
          <a:xfrm>
            <a:off x="188893" y="74689"/>
            <a:ext cx="11805069" cy="916492"/>
            <a:chOff x="188893" y="74689"/>
            <a:chExt cx="11805069" cy="91649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F6C07319-8694-F85F-FC6E-A8E03FCAC7C5}"/>
                </a:ext>
              </a:extLst>
            </p:cNvPr>
            <p:cNvCxnSpPr/>
            <p:nvPr/>
          </p:nvCxnSpPr>
          <p:spPr>
            <a:xfrm>
              <a:off x="198120" y="548640"/>
              <a:ext cx="117957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B327E8F7-DC85-5A85-74C6-3B02F4B5C6EF}"/>
                </a:ext>
              </a:extLst>
            </p:cNvPr>
            <p:cNvSpPr txBox="1"/>
            <p:nvPr/>
          </p:nvSpPr>
          <p:spPr>
            <a:xfrm>
              <a:off x="441918" y="137163"/>
              <a:ext cx="149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Reparte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98CBBFBD-FEB7-9FAE-862D-76CBE4F21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59" t="18563" r="15724" b="17889"/>
            <a:stretch>
              <a:fillRect/>
            </a:stretch>
          </p:blipFill>
          <p:spPr>
            <a:xfrm>
              <a:off x="188893" y="137164"/>
              <a:ext cx="399369" cy="36933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BE432180-D33F-1F75-D2C7-2215AA90E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2837" y="74689"/>
              <a:ext cx="421125" cy="4211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22E23C74-ABC2-BF90-23EA-B2F255353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37" b="15540"/>
            <a:stretch>
              <a:fillRect/>
            </a:stretch>
          </p:blipFill>
          <p:spPr>
            <a:xfrm>
              <a:off x="10985056" y="185635"/>
              <a:ext cx="337518" cy="23499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2FBD22D3-1C82-57A4-BF93-FBB0E8405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37" t="33516" r="6362" b="41196"/>
            <a:stretch>
              <a:fillRect/>
            </a:stretch>
          </p:blipFill>
          <p:spPr>
            <a:xfrm>
              <a:off x="10985056" y="676656"/>
              <a:ext cx="337518" cy="197574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B7344F8-ECA0-E8B7-F8A3-0BBCA9CD61E1}"/>
                </a:ext>
              </a:extLst>
            </p:cNvPr>
            <p:cNvSpPr txBox="1"/>
            <p:nvPr/>
          </p:nvSpPr>
          <p:spPr>
            <a:xfrm>
              <a:off x="9089136" y="12983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/>
                <a:t>R$ 0.000,00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757D6CD-3A24-92C9-0DB8-70A584297AA1}"/>
                </a:ext>
              </a:extLst>
            </p:cNvPr>
            <p:cNvSpPr txBox="1"/>
            <p:nvPr/>
          </p:nvSpPr>
          <p:spPr>
            <a:xfrm>
              <a:off x="9068610" y="59107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>
                  <a:solidFill>
                    <a:schemeClr val="accent2">
                      <a:lumMod val="75000"/>
                    </a:schemeClr>
                  </a:solidFill>
                </a:rPr>
                <a:t>R$ -.---,--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BBD899D-3E56-00C7-381B-E6F8E61D8DB6}"/>
              </a:ext>
            </a:extLst>
          </p:cNvPr>
          <p:cNvSpPr txBox="1"/>
          <p:nvPr/>
        </p:nvSpPr>
        <p:spPr>
          <a:xfrm>
            <a:off x="4162044" y="2583503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R$ x.xxx.xxx,xx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BD40D5C-CB64-F8CE-8033-E9595167D600}"/>
              </a:ext>
            </a:extLst>
          </p:cNvPr>
          <p:cNvSpPr txBox="1"/>
          <p:nvPr/>
        </p:nvSpPr>
        <p:spPr>
          <a:xfrm>
            <a:off x="1060704" y="3422758"/>
            <a:ext cx="1002792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Slogan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54A8AB3-D3B3-5CF2-7810-533B0AC12152}"/>
              </a:ext>
            </a:extLst>
          </p:cNvPr>
          <p:cNvSpPr txBox="1"/>
          <p:nvPr/>
        </p:nvSpPr>
        <p:spPr>
          <a:xfrm>
            <a:off x="1764792" y="1998077"/>
            <a:ext cx="15087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Área clicável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4A5B6841-DF60-B197-5192-00E91D66BD1C}"/>
              </a:ext>
            </a:extLst>
          </p:cNvPr>
          <p:cNvCxnSpPr>
            <a:stCxn id="28" idx="3"/>
            <a:endCxn id="4" idx="1"/>
          </p:cNvCxnSpPr>
          <p:nvPr/>
        </p:nvCxnSpPr>
        <p:spPr>
          <a:xfrm>
            <a:off x="3273552" y="2182743"/>
            <a:ext cx="8884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Diagonais Arredondados 31">
            <a:extLst>
              <a:ext uri="{FF2B5EF4-FFF2-40B4-BE49-F238E27FC236}">
                <a16:creationId xmlns:a16="http://schemas.microsoft.com/office/drawing/2014/main" id="{B0EA560A-0F99-DC42-1F0D-386CD4C8E46E}"/>
              </a:ext>
            </a:extLst>
          </p:cNvPr>
          <p:cNvSpPr/>
          <p:nvPr/>
        </p:nvSpPr>
        <p:spPr>
          <a:xfrm>
            <a:off x="4527804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Diagonais Arredondados 33">
            <a:extLst>
              <a:ext uri="{FF2B5EF4-FFF2-40B4-BE49-F238E27FC236}">
                <a16:creationId xmlns:a16="http://schemas.microsoft.com/office/drawing/2014/main" id="{AAE0CF60-0F2C-ECAD-31E0-8E844CDDEED1}"/>
              </a:ext>
            </a:extLst>
          </p:cNvPr>
          <p:cNvSpPr/>
          <p:nvPr/>
        </p:nvSpPr>
        <p:spPr>
          <a:xfrm>
            <a:off x="697990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Diagonais Arredondados 35">
            <a:extLst>
              <a:ext uri="{FF2B5EF4-FFF2-40B4-BE49-F238E27FC236}">
                <a16:creationId xmlns:a16="http://schemas.microsoft.com/office/drawing/2014/main" id="{DB4C9761-F7D2-83A6-D09A-ED9F92F7B4A2}"/>
              </a:ext>
            </a:extLst>
          </p:cNvPr>
          <p:cNvSpPr/>
          <p:nvPr/>
        </p:nvSpPr>
        <p:spPr>
          <a:xfrm>
            <a:off x="8357618" y="4708617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FF01EEA9-52CC-6696-2E3E-28B66DE18195}"/>
              </a:ext>
            </a:extLst>
          </p:cNvPr>
          <p:cNvCxnSpPr/>
          <p:nvPr/>
        </p:nvCxnSpPr>
        <p:spPr>
          <a:xfrm>
            <a:off x="697990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D4C6BE4-0BED-FD7D-E440-6BA895CA257C}"/>
              </a:ext>
            </a:extLst>
          </p:cNvPr>
          <p:cNvCxnSpPr/>
          <p:nvPr/>
        </p:nvCxnSpPr>
        <p:spPr>
          <a:xfrm>
            <a:off x="4527804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B0638FA-B49D-4F62-C3C3-9907312C4215}"/>
              </a:ext>
            </a:extLst>
          </p:cNvPr>
          <p:cNvCxnSpPr/>
          <p:nvPr/>
        </p:nvCxnSpPr>
        <p:spPr>
          <a:xfrm>
            <a:off x="8356903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3AAB430-0EAB-5CD2-46B1-FA29FAEEE2B8}"/>
              </a:ext>
            </a:extLst>
          </p:cNvPr>
          <p:cNvSpPr txBox="1"/>
          <p:nvPr/>
        </p:nvSpPr>
        <p:spPr>
          <a:xfrm>
            <a:off x="106070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Instituições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D391522-818B-520E-646A-E7A85FABCF17}"/>
              </a:ext>
            </a:extLst>
          </p:cNvPr>
          <p:cNvSpPr txBox="1"/>
          <p:nvPr/>
        </p:nvSpPr>
        <p:spPr>
          <a:xfrm>
            <a:off x="489356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Missões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4C2B1F47-1C9F-778D-B133-F5E0326DA5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916" y="5400865"/>
            <a:ext cx="872365" cy="872365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4F9B9410-69C3-8432-6514-9D17BE058F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011" y="5306059"/>
            <a:ext cx="1061978" cy="106197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2C03F0D1-4238-54D0-7B65-5AC802D05D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25" y="5306059"/>
            <a:ext cx="1061979" cy="1061979"/>
          </a:xfrm>
          <a:prstGeom prst="rect">
            <a:avLst/>
          </a:prstGeom>
        </p:spPr>
      </p:pic>
      <p:grpSp>
        <p:nvGrpSpPr>
          <p:cNvPr id="60" name="Agrupar 59">
            <a:extLst>
              <a:ext uri="{FF2B5EF4-FFF2-40B4-BE49-F238E27FC236}">
                <a16:creationId xmlns:a16="http://schemas.microsoft.com/office/drawing/2014/main" id="{3FEF4411-2300-284A-4A95-AECDECDE0647}"/>
              </a:ext>
            </a:extLst>
          </p:cNvPr>
          <p:cNvGrpSpPr/>
          <p:nvPr/>
        </p:nvGrpSpPr>
        <p:grpSpPr>
          <a:xfrm>
            <a:off x="9349821" y="4766475"/>
            <a:ext cx="1150554" cy="290404"/>
            <a:chOff x="9786004" y="4770963"/>
            <a:chExt cx="1150554" cy="290404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A09DB477-68D2-057E-2444-F31DD4ACF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6004" y="4770963"/>
              <a:ext cx="278188" cy="278188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DDE97C34-40C4-1001-39F6-34ED072F5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2187" y="4770963"/>
              <a:ext cx="278188" cy="278188"/>
            </a:xfrm>
            <a:prstGeom prst="rect">
              <a:avLst/>
            </a:prstGeom>
          </p:spPr>
        </p:pic>
        <p:pic>
          <p:nvPicPr>
            <p:cNvPr id="59" name="Imagem 58">
              <a:extLst>
                <a:ext uri="{FF2B5EF4-FFF2-40B4-BE49-F238E27FC236}">
                  <a16:creationId xmlns:a16="http://schemas.microsoft.com/office/drawing/2014/main" id="{9D4E6EFD-A63F-EEB5-8BBF-9D7A8ADEF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8370" y="4783179"/>
              <a:ext cx="278188" cy="278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779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m login">
            <a:extLst>
              <a:ext uri="{FF2B5EF4-FFF2-40B4-BE49-F238E27FC236}">
                <a16:creationId xmlns:a16="http://schemas.microsoft.com/office/drawing/2014/main" id="{7D1AC5DB-6911-B4A8-3AF4-215BCBBB4724}"/>
              </a:ext>
            </a:extLst>
          </p:cNvPr>
          <p:cNvSpPr txBox="1"/>
          <p:nvPr/>
        </p:nvSpPr>
        <p:spPr>
          <a:xfrm>
            <a:off x="7808976" y="164413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Com login</a:t>
            </a:r>
          </a:p>
        </p:txBody>
      </p:sp>
      <p:sp>
        <p:nvSpPr>
          <p:cNvPr id="25" name="Sem login">
            <a:extLst>
              <a:ext uri="{FF2B5EF4-FFF2-40B4-BE49-F238E27FC236}">
                <a16:creationId xmlns:a16="http://schemas.microsoft.com/office/drawing/2014/main" id="{801BCFF7-AF68-B184-15FE-E9551B1E8204}"/>
              </a:ext>
            </a:extLst>
          </p:cNvPr>
          <p:cNvSpPr txBox="1"/>
          <p:nvPr/>
        </p:nvSpPr>
        <p:spPr>
          <a:xfrm>
            <a:off x="7808976" y="29374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Sem login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2D5116-E3FA-DCA7-7CB5-AC092BB2A773}"/>
              </a:ext>
            </a:extLst>
          </p:cNvPr>
          <p:cNvSpPr txBox="1"/>
          <p:nvPr/>
        </p:nvSpPr>
        <p:spPr>
          <a:xfrm>
            <a:off x="4162044" y="1828800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R$ 0.000.000,00</a:t>
            </a:r>
          </a:p>
        </p:txBody>
      </p:sp>
      <p:grpSp>
        <p:nvGrpSpPr>
          <p:cNvPr id="61" name="Header">
            <a:extLst>
              <a:ext uri="{FF2B5EF4-FFF2-40B4-BE49-F238E27FC236}">
                <a16:creationId xmlns:a16="http://schemas.microsoft.com/office/drawing/2014/main" id="{33488341-5216-58D5-3B91-F8C8617082F2}"/>
              </a:ext>
            </a:extLst>
          </p:cNvPr>
          <p:cNvGrpSpPr/>
          <p:nvPr/>
        </p:nvGrpSpPr>
        <p:grpSpPr>
          <a:xfrm>
            <a:off x="188893" y="74689"/>
            <a:ext cx="11805069" cy="916492"/>
            <a:chOff x="188893" y="74689"/>
            <a:chExt cx="11805069" cy="91649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AA529605-7420-B87A-1DF7-9B3428E64039}"/>
                </a:ext>
              </a:extLst>
            </p:cNvPr>
            <p:cNvCxnSpPr/>
            <p:nvPr/>
          </p:nvCxnSpPr>
          <p:spPr>
            <a:xfrm>
              <a:off x="198120" y="548640"/>
              <a:ext cx="117957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76A7DC5C-2C6C-2EDD-93F7-47C62BA4971F}"/>
                </a:ext>
              </a:extLst>
            </p:cNvPr>
            <p:cNvSpPr txBox="1"/>
            <p:nvPr/>
          </p:nvSpPr>
          <p:spPr>
            <a:xfrm>
              <a:off x="441918" y="137163"/>
              <a:ext cx="149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Reparte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5A24E8A2-4B46-3C4F-849C-DD9C6C6D2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59" t="18563" r="15724" b="17889"/>
            <a:stretch>
              <a:fillRect/>
            </a:stretch>
          </p:blipFill>
          <p:spPr>
            <a:xfrm>
              <a:off x="188893" y="137164"/>
              <a:ext cx="399369" cy="36933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447F506-D8BC-37B2-6797-B3762F064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2837" y="74689"/>
              <a:ext cx="421125" cy="4211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FBFD28B2-5132-BA32-E5F4-DBD663CC5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37" b="15540"/>
            <a:stretch>
              <a:fillRect/>
            </a:stretch>
          </p:blipFill>
          <p:spPr>
            <a:xfrm>
              <a:off x="10985056" y="185635"/>
              <a:ext cx="337518" cy="23499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89D8FE37-1FCB-383F-E58A-687363C15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37" t="33516" r="6362" b="41196"/>
            <a:stretch>
              <a:fillRect/>
            </a:stretch>
          </p:blipFill>
          <p:spPr>
            <a:xfrm>
              <a:off x="10985056" y="676656"/>
              <a:ext cx="337518" cy="197574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C7DF86C-9305-9304-C68B-E7924AF94E54}"/>
                </a:ext>
              </a:extLst>
            </p:cNvPr>
            <p:cNvSpPr txBox="1"/>
            <p:nvPr/>
          </p:nvSpPr>
          <p:spPr>
            <a:xfrm>
              <a:off x="9089136" y="12983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/>
                <a:t>R$ 0.000,00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0FA7E61F-9799-1105-8499-A1885A2DE15C}"/>
                </a:ext>
              </a:extLst>
            </p:cNvPr>
            <p:cNvSpPr txBox="1"/>
            <p:nvPr/>
          </p:nvSpPr>
          <p:spPr>
            <a:xfrm>
              <a:off x="9068610" y="59107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>
                  <a:solidFill>
                    <a:schemeClr val="accent2">
                      <a:lumMod val="75000"/>
                    </a:schemeClr>
                  </a:solidFill>
                </a:rPr>
                <a:t>R$ -.---,--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B8EA14D-0F03-E8DE-EDC8-B9AECC58E45E}"/>
              </a:ext>
            </a:extLst>
          </p:cNvPr>
          <p:cNvSpPr txBox="1"/>
          <p:nvPr/>
        </p:nvSpPr>
        <p:spPr>
          <a:xfrm>
            <a:off x="4162044" y="2583503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R$ x.xxx.xxx,xx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7128DF-EAF6-F1D3-A11B-336FB928EAF6}"/>
              </a:ext>
            </a:extLst>
          </p:cNvPr>
          <p:cNvSpPr txBox="1"/>
          <p:nvPr/>
        </p:nvSpPr>
        <p:spPr>
          <a:xfrm>
            <a:off x="1060704" y="3422758"/>
            <a:ext cx="1002792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Slogan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C90372C-8E99-B2D2-3A7C-96C4BB58DEFE}"/>
              </a:ext>
            </a:extLst>
          </p:cNvPr>
          <p:cNvSpPr txBox="1"/>
          <p:nvPr/>
        </p:nvSpPr>
        <p:spPr>
          <a:xfrm>
            <a:off x="1764792" y="1998077"/>
            <a:ext cx="15087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Área clicável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973357D6-780A-D769-6B6E-908A6428CD5F}"/>
              </a:ext>
            </a:extLst>
          </p:cNvPr>
          <p:cNvCxnSpPr>
            <a:stCxn id="28" idx="3"/>
            <a:endCxn id="4" idx="1"/>
          </p:cNvCxnSpPr>
          <p:nvPr/>
        </p:nvCxnSpPr>
        <p:spPr>
          <a:xfrm>
            <a:off x="3273552" y="2182743"/>
            <a:ext cx="8884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Diagonais Arredondados 31">
            <a:extLst>
              <a:ext uri="{FF2B5EF4-FFF2-40B4-BE49-F238E27FC236}">
                <a16:creationId xmlns:a16="http://schemas.microsoft.com/office/drawing/2014/main" id="{0BFF1CA5-9142-0AB7-8B98-6295D83DD472}"/>
              </a:ext>
            </a:extLst>
          </p:cNvPr>
          <p:cNvSpPr/>
          <p:nvPr/>
        </p:nvSpPr>
        <p:spPr>
          <a:xfrm>
            <a:off x="4527804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Diagonais Arredondados 33">
            <a:extLst>
              <a:ext uri="{FF2B5EF4-FFF2-40B4-BE49-F238E27FC236}">
                <a16:creationId xmlns:a16="http://schemas.microsoft.com/office/drawing/2014/main" id="{73A50D16-69EA-1990-DBE7-0B75072CF3F8}"/>
              </a:ext>
            </a:extLst>
          </p:cNvPr>
          <p:cNvSpPr/>
          <p:nvPr/>
        </p:nvSpPr>
        <p:spPr>
          <a:xfrm>
            <a:off x="697990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Diagonais Arredondados 35">
            <a:extLst>
              <a:ext uri="{FF2B5EF4-FFF2-40B4-BE49-F238E27FC236}">
                <a16:creationId xmlns:a16="http://schemas.microsoft.com/office/drawing/2014/main" id="{E6D50A05-A71D-4D76-7BD8-CF9A097F9FFD}"/>
              </a:ext>
            </a:extLst>
          </p:cNvPr>
          <p:cNvSpPr/>
          <p:nvPr/>
        </p:nvSpPr>
        <p:spPr>
          <a:xfrm>
            <a:off x="8357618" y="4708617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EC3C2060-569F-BDB1-1EB7-38D6FC045910}"/>
              </a:ext>
            </a:extLst>
          </p:cNvPr>
          <p:cNvCxnSpPr/>
          <p:nvPr/>
        </p:nvCxnSpPr>
        <p:spPr>
          <a:xfrm>
            <a:off x="697990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F6109365-5111-AEF9-826E-56F8BB83146E}"/>
              </a:ext>
            </a:extLst>
          </p:cNvPr>
          <p:cNvCxnSpPr/>
          <p:nvPr/>
        </p:nvCxnSpPr>
        <p:spPr>
          <a:xfrm>
            <a:off x="4527804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CBA8DEB-0838-EEA5-469B-4C86D4AF37D4}"/>
              </a:ext>
            </a:extLst>
          </p:cNvPr>
          <p:cNvCxnSpPr/>
          <p:nvPr/>
        </p:nvCxnSpPr>
        <p:spPr>
          <a:xfrm>
            <a:off x="8356903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70A4584-4E34-06B0-3473-4C1CF5F633F6}"/>
              </a:ext>
            </a:extLst>
          </p:cNvPr>
          <p:cNvSpPr txBox="1"/>
          <p:nvPr/>
        </p:nvSpPr>
        <p:spPr>
          <a:xfrm>
            <a:off x="106070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Instituições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5ACAF96-80C9-2E79-0A54-E3042B5D2CA1}"/>
              </a:ext>
            </a:extLst>
          </p:cNvPr>
          <p:cNvSpPr txBox="1"/>
          <p:nvPr/>
        </p:nvSpPr>
        <p:spPr>
          <a:xfrm>
            <a:off x="489356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Missões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B577FCBD-245A-3358-2A6F-883FAFE24B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916" y="5400865"/>
            <a:ext cx="872365" cy="872365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D2882564-8216-D9BE-7465-F5B8C2B030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011" y="5306059"/>
            <a:ext cx="1061978" cy="106197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D9334EB0-E300-D232-A4CB-8E1F13FC2D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25" y="5306059"/>
            <a:ext cx="1061979" cy="1061979"/>
          </a:xfrm>
          <a:prstGeom prst="rect">
            <a:avLst/>
          </a:prstGeom>
        </p:spPr>
      </p:pic>
      <p:grpSp>
        <p:nvGrpSpPr>
          <p:cNvPr id="60" name="Agrupar 59">
            <a:extLst>
              <a:ext uri="{FF2B5EF4-FFF2-40B4-BE49-F238E27FC236}">
                <a16:creationId xmlns:a16="http://schemas.microsoft.com/office/drawing/2014/main" id="{580810CF-1E2B-E64A-5FA7-A63BF961DC4C}"/>
              </a:ext>
            </a:extLst>
          </p:cNvPr>
          <p:cNvGrpSpPr/>
          <p:nvPr/>
        </p:nvGrpSpPr>
        <p:grpSpPr>
          <a:xfrm>
            <a:off x="9349821" y="4766475"/>
            <a:ext cx="1150554" cy="290404"/>
            <a:chOff x="9786004" y="4770963"/>
            <a:chExt cx="1150554" cy="290404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D7BD15C8-93D3-0D6A-5572-4097840CD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6004" y="4770963"/>
              <a:ext cx="278188" cy="278188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61AF7DE7-E9E6-AB4C-1D1C-CF3F3A1DA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2187" y="4770963"/>
              <a:ext cx="278188" cy="278188"/>
            </a:xfrm>
            <a:prstGeom prst="rect">
              <a:avLst/>
            </a:prstGeom>
          </p:spPr>
        </p:pic>
        <p:pic>
          <p:nvPicPr>
            <p:cNvPr id="59" name="Imagem 58">
              <a:extLst>
                <a:ext uri="{FF2B5EF4-FFF2-40B4-BE49-F238E27FC236}">
                  <a16:creationId xmlns:a16="http://schemas.microsoft.com/office/drawing/2014/main" id="{570495C6-31BD-5A23-A3F6-C58F2811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8370" y="4783179"/>
              <a:ext cx="278188" cy="278188"/>
            </a:xfrm>
            <a:prstGeom prst="rect">
              <a:avLst/>
            </a:prstGeom>
          </p:spPr>
        </p:pic>
      </p:grpSp>
      <p:sp>
        <p:nvSpPr>
          <p:cNvPr id="63" name="Com login">
            <a:extLst>
              <a:ext uri="{FF2B5EF4-FFF2-40B4-BE49-F238E27FC236}">
                <a16:creationId xmlns:a16="http://schemas.microsoft.com/office/drawing/2014/main" id="{782D25A1-6AB4-E700-7194-2B9EF9B71635}"/>
              </a:ext>
            </a:extLst>
          </p:cNvPr>
          <p:cNvSpPr txBox="1"/>
          <p:nvPr/>
        </p:nvSpPr>
        <p:spPr>
          <a:xfrm>
            <a:off x="5307773" y="96551"/>
            <a:ext cx="157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Página Inicial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5ED2F9-005A-91B6-9F81-BDD7C86EF43E}"/>
              </a:ext>
            </a:extLst>
          </p:cNvPr>
          <p:cNvSpPr/>
          <p:nvPr/>
        </p:nvSpPr>
        <p:spPr>
          <a:xfrm>
            <a:off x="94488" y="74689"/>
            <a:ext cx="12003024" cy="6682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170FED3-0FE2-ECFE-0A88-ABA690512AAC}"/>
              </a:ext>
            </a:extLst>
          </p:cNvPr>
          <p:cNvSpPr/>
          <p:nvPr/>
        </p:nvSpPr>
        <p:spPr>
          <a:xfrm>
            <a:off x="94488" y="92571"/>
            <a:ext cx="12003023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E8FD292-8248-B948-C8C9-827D4785EABB}"/>
              </a:ext>
            </a:extLst>
          </p:cNvPr>
          <p:cNvSpPr/>
          <p:nvPr/>
        </p:nvSpPr>
        <p:spPr>
          <a:xfrm>
            <a:off x="97533" y="1625897"/>
            <a:ext cx="11987788" cy="1051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57634A2-1C38-1D54-E764-3C15E2130351}"/>
              </a:ext>
            </a:extLst>
          </p:cNvPr>
          <p:cNvSpPr/>
          <p:nvPr/>
        </p:nvSpPr>
        <p:spPr>
          <a:xfrm>
            <a:off x="109723" y="3405985"/>
            <a:ext cx="11987788" cy="380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929E36E2-A45D-1C7D-5214-51180CDE9428}"/>
              </a:ext>
            </a:extLst>
          </p:cNvPr>
          <p:cNvSpPr/>
          <p:nvPr/>
        </p:nvSpPr>
        <p:spPr>
          <a:xfrm>
            <a:off x="106677" y="4535230"/>
            <a:ext cx="11978643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39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A5EFF-24C5-2F96-EC7F-CFF06DBE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m login">
            <a:extLst>
              <a:ext uri="{FF2B5EF4-FFF2-40B4-BE49-F238E27FC236}">
                <a16:creationId xmlns:a16="http://schemas.microsoft.com/office/drawing/2014/main" id="{AEC03E9B-47FE-C4EC-C90B-676A596B4C03}"/>
              </a:ext>
            </a:extLst>
          </p:cNvPr>
          <p:cNvSpPr txBox="1"/>
          <p:nvPr/>
        </p:nvSpPr>
        <p:spPr>
          <a:xfrm>
            <a:off x="7808976" y="164413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Com login</a:t>
            </a:r>
          </a:p>
        </p:txBody>
      </p:sp>
      <p:sp>
        <p:nvSpPr>
          <p:cNvPr id="25" name="Sem login">
            <a:extLst>
              <a:ext uri="{FF2B5EF4-FFF2-40B4-BE49-F238E27FC236}">
                <a16:creationId xmlns:a16="http://schemas.microsoft.com/office/drawing/2014/main" id="{91D59464-D5D8-6A56-031E-7E8757C541C6}"/>
              </a:ext>
            </a:extLst>
          </p:cNvPr>
          <p:cNvSpPr txBox="1"/>
          <p:nvPr/>
        </p:nvSpPr>
        <p:spPr>
          <a:xfrm>
            <a:off x="7808976" y="29374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Sem login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A48EC6-C83E-18E2-6ACF-8C2AEF0CF83F}"/>
              </a:ext>
            </a:extLst>
          </p:cNvPr>
          <p:cNvSpPr txBox="1"/>
          <p:nvPr/>
        </p:nvSpPr>
        <p:spPr>
          <a:xfrm>
            <a:off x="4162044" y="1828800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R$ 0.000.000,00</a:t>
            </a:r>
          </a:p>
        </p:txBody>
      </p:sp>
      <p:grpSp>
        <p:nvGrpSpPr>
          <p:cNvPr id="61" name="Header">
            <a:extLst>
              <a:ext uri="{FF2B5EF4-FFF2-40B4-BE49-F238E27FC236}">
                <a16:creationId xmlns:a16="http://schemas.microsoft.com/office/drawing/2014/main" id="{C5C4BA02-6AFA-10CD-BABB-448D8E22D380}"/>
              </a:ext>
            </a:extLst>
          </p:cNvPr>
          <p:cNvGrpSpPr/>
          <p:nvPr/>
        </p:nvGrpSpPr>
        <p:grpSpPr>
          <a:xfrm>
            <a:off x="188893" y="74689"/>
            <a:ext cx="11805069" cy="916492"/>
            <a:chOff x="188893" y="74689"/>
            <a:chExt cx="11805069" cy="91649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CD42FBFC-13F9-D19A-5EA5-9D3EBA6A93FB}"/>
                </a:ext>
              </a:extLst>
            </p:cNvPr>
            <p:cNvCxnSpPr/>
            <p:nvPr/>
          </p:nvCxnSpPr>
          <p:spPr>
            <a:xfrm>
              <a:off x="198120" y="548640"/>
              <a:ext cx="117957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30FA3F9-BB8D-D4C5-A6DF-5ABEC65C5A62}"/>
                </a:ext>
              </a:extLst>
            </p:cNvPr>
            <p:cNvSpPr txBox="1"/>
            <p:nvPr/>
          </p:nvSpPr>
          <p:spPr>
            <a:xfrm>
              <a:off x="441918" y="137163"/>
              <a:ext cx="149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Reparte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EFC6445B-3C6E-82D6-A7AF-D82561C9A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59" t="18563" r="15724" b="17889"/>
            <a:stretch>
              <a:fillRect/>
            </a:stretch>
          </p:blipFill>
          <p:spPr>
            <a:xfrm>
              <a:off x="188893" y="137164"/>
              <a:ext cx="399369" cy="36933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228AF63-A9BB-1B89-7533-15AC129B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2837" y="74689"/>
              <a:ext cx="421125" cy="4211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71149B8-46B6-A03D-7D20-74D4843E2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37" b="15540"/>
            <a:stretch>
              <a:fillRect/>
            </a:stretch>
          </p:blipFill>
          <p:spPr>
            <a:xfrm>
              <a:off x="10985056" y="185635"/>
              <a:ext cx="337518" cy="23499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DF89AC67-8C8F-EB30-888F-08B23B7B1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37" t="33516" r="6362" b="41196"/>
            <a:stretch>
              <a:fillRect/>
            </a:stretch>
          </p:blipFill>
          <p:spPr>
            <a:xfrm>
              <a:off x="10985056" y="676656"/>
              <a:ext cx="337518" cy="197574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6EBC2A24-E057-933B-B335-4DADD9F8C3DD}"/>
                </a:ext>
              </a:extLst>
            </p:cNvPr>
            <p:cNvSpPr txBox="1"/>
            <p:nvPr/>
          </p:nvSpPr>
          <p:spPr>
            <a:xfrm>
              <a:off x="9089136" y="12983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/>
                <a:t>R$ 0.000,00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DB60218-B6A7-7612-1198-FF72DEE15E43}"/>
                </a:ext>
              </a:extLst>
            </p:cNvPr>
            <p:cNvSpPr txBox="1"/>
            <p:nvPr/>
          </p:nvSpPr>
          <p:spPr>
            <a:xfrm>
              <a:off x="9068610" y="59107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>
                  <a:solidFill>
                    <a:schemeClr val="accent2">
                      <a:lumMod val="75000"/>
                    </a:schemeClr>
                  </a:solidFill>
                </a:rPr>
                <a:t>R$ -.---,--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024B31E-DD1B-E3E4-5764-21D06A71F26F}"/>
              </a:ext>
            </a:extLst>
          </p:cNvPr>
          <p:cNvSpPr txBox="1"/>
          <p:nvPr/>
        </p:nvSpPr>
        <p:spPr>
          <a:xfrm>
            <a:off x="4162044" y="2583503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R$ x.xxx.xxx,xx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AB28552-3001-0E72-3690-20BDE94AF353}"/>
              </a:ext>
            </a:extLst>
          </p:cNvPr>
          <p:cNvSpPr txBox="1"/>
          <p:nvPr/>
        </p:nvSpPr>
        <p:spPr>
          <a:xfrm>
            <a:off x="1060704" y="3422758"/>
            <a:ext cx="1002792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Slogan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2F658BC-6340-1E9C-A158-2701182B2D10}"/>
              </a:ext>
            </a:extLst>
          </p:cNvPr>
          <p:cNvSpPr txBox="1"/>
          <p:nvPr/>
        </p:nvSpPr>
        <p:spPr>
          <a:xfrm>
            <a:off x="1764792" y="1998077"/>
            <a:ext cx="15087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Área clicável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DF27E029-E770-99EC-5B7A-037591C13709}"/>
              </a:ext>
            </a:extLst>
          </p:cNvPr>
          <p:cNvCxnSpPr>
            <a:stCxn id="28" idx="3"/>
            <a:endCxn id="4" idx="1"/>
          </p:cNvCxnSpPr>
          <p:nvPr/>
        </p:nvCxnSpPr>
        <p:spPr>
          <a:xfrm>
            <a:off x="3273552" y="2182743"/>
            <a:ext cx="8884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Diagonais Arredondados 31">
            <a:extLst>
              <a:ext uri="{FF2B5EF4-FFF2-40B4-BE49-F238E27FC236}">
                <a16:creationId xmlns:a16="http://schemas.microsoft.com/office/drawing/2014/main" id="{6A9FD986-1E9B-BFAF-9AB5-EDD8F453FA5D}"/>
              </a:ext>
            </a:extLst>
          </p:cNvPr>
          <p:cNvSpPr/>
          <p:nvPr/>
        </p:nvSpPr>
        <p:spPr>
          <a:xfrm>
            <a:off x="4527804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Diagonais Arredondados 33">
            <a:extLst>
              <a:ext uri="{FF2B5EF4-FFF2-40B4-BE49-F238E27FC236}">
                <a16:creationId xmlns:a16="http://schemas.microsoft.com/office/drawing/2014/main" id="{FD27B15C-64EC-3AD5-23EA-3BA4A4E98174}"/>
              </a:ext>
            </a:extLst>
          </p:cNvPr>
          <p:cNvSpPr/>
          <p:nvPr/>
        </p:nvSpPr>
        <p:spPr>
          <a:xfrm>
            <a:off x="697990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Diagonais Arredondados 35">
            <a:extLst>
              <a:ext uri="{FF2B5EF4-FFF2-40B4-BE49-F238E27FC236}">
                <a16:creationId xmlns:a16="http://schemas.microsoft.com/office/drawing/2014/main" id="{F804FB53-73D5-97A0-5AFA-821C5A3D8A8E}"/>
              </a:ext>
            </a:extLst>
          </p:cNvPr>
          <p:cNvSpPr/>
          <p:nvPr/>
        </p:nvSpPr>
        <p:spPr>
          <a:xfrm>
            <a:off x="8357618" y="4708617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519D221B-E1EA-5F90-EED2-2E165F2178A6}"/>
              </a:ext>
            </a:extLst>
          </p:cNvPr>
          <p:cNvCxnSpPr/>
          <p:nvPr/>
        </p:nvCxnSpPr>
        <p:spPr>
          <a:xfrm>
            <a:off x="697990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B2840F4-A076-CE4F-1C53-7CE794A03818}"/>
              </a:ext>
            </a:extLst>
          </p:cNvPr>
          <p:cNvCxnSpPr/>
          <p:nvPr/>
        </p:nvCxnSpPr>
        <p:spPr>
          <a:xfrm>
            <a:off x="4527804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81B3D1DF-E6C9-AC92-CDC2-28D5869209C0}"/>
              </a:ext>
            </a:extLst>
          </p:cNvPr>
          <p:cNvCxnSpPr/>
          <p:nvPr/>
        </p:nvCxnSpPr>
        <p:spPr>
          <a:xfrm>
            <a:off x="8356903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9068A6C-88FE-068A-7399-BB663D01B62E}"/>
              </a:ext>
            </a:extLst>
          </p:cNvPr>
          <p:cNvSpPr txBox="1"/>
          <p:nvPr/>
        </p:nvSpPr>
        <p:spPr>
          <a:xfrm>
            <a:off x="106070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Instituições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2765582-BCEF-FD36-5DA4-7294F1ABBC72}"/>
              </a:ext>
            </a:extLst>
          </p:cNvPr>
          <p:cNvSpPr txBox="1"/>
          <p:nvPr/>
        </p:nvSpPr>
        <p:spPr>
          <a:xfrm>
            <a:off x="489356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Missões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91DFDBDA-3BAA-6D3B-0BF0-1F928D0976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916" y="5400865"/>
            <a:ext cx="872365" cy="872365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FC742959-E309-069B-A6CF-A2C20C4F04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011" y="5306059"/>
            <a:ext cx="1061978" cy="106197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BA556480-3EEF-7DA1-C2B9-85CFAE5B0B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25" y="5306059"/>
            <a:ext cx="1061979" cy="1061979"/>
          </a:xfrm>
          <a:prstGeom prst="rect">
            <a:avLst/>
          </a:prstGeom>
        </p:spPr>
      </p:pic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528A67F-902A-42A7-DE36-DB9FB3922A79}"/>
              </a:ext>
            </a:extLst>
          </p:cNvPr>
          <p:cNvGrpSpPr/>
          <p:nvPr/>
        </p:nvGrpSpPr>
        <p:grpSpPr>
          <a:xfrm>
            <a:off x="9349821" y="4766475"/>
            <a:ext cx="1150554" cy="290404"/>
            <a:chOff x="9786004" y="4770963"/>
            <a:chExt cx="1150554" cy="290404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EA15E4DE-8166-A054-CFB5-C173982EE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6004" y="4770963"/>
              <a:ext cx="278188" cy="278188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FBF2731B-D2DA-228B-6084-01A787459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2187" y="4770963"/>
              <a:ext cx="278188" cy="278188"/>
            </a:xfrm>
            <a:prstGeom prst="rect">
              <a:avLst/>
            </a:prstGeom>
          </p:spPr>
        </p:pic>
        <p:pic>
          <p:nvPicPr>
            <p:cNvPr id="59" name="Imagem 58">
              <a:extLst>
                <a:ext uri="{FF2B5EF4-FFF2-40B4-BE49-F238E27FC236}">
                  <a16:creationId xmlns:a16="http://schemas.microsoft.com/office/drawing/2014/main" id="{D95BA5E7-2C5C-5AB3-E9B8-2F01A0EC4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8370" y="4783179"/>
              <a:ext cx="278188" cy="278188"/>
            </a:xfrm>
            <a:prstGeom prst="rect">
              <a:avLst/>
            </a:prstGeom>
          </p:spPr>
        </p:pic>
      </p:grpSp>
      <p:sp>
        <p:nvSpPr>
          <p:cNvPr id="63" name="Com login">
            <a:extLst>
              <a:ext uri="{FF2B5EF4-FFF2-40B4-BE49-F238E27FC236}">
                <a16:creationId xmlns:a16="http://schemas.microsoft.com/office/drawing/2014/main" id="{CEDE080A-6223-298F-93F2-725ED8FEAFE0}"/>
              </a:ext>
            </a:extLst>
          </p:cNvPr>
          <p:cNvSpPr txBox="1"/>
          <p:nvPr/>
        </p:nvSpPr>
        <p:spPr>
          <a:xfrm>
            <a:off x="5307773" y="96551"/>
            <a:ext cx="157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Página Inicial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65D318-A0DE-D69D-8434-30DFD6901DF2}"/>
              </a:ext>
            </a:extLst>
          </p:cNvPr>
          <p:cNvSpPr/>
          <p:nvPr/>
        </p:nvSpPr>
        <p:spPr>
          <a:xfrm>
            <a:off x="94488" y="74689"/>
            <a:ext cx="12003024" cy="6682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0B6AAB-DC50-8B00-5A3D-B4B946323EDD}"/>
              </a:ext>
            </a:extLst>
          </p:cNvPr>
          <p:cNvSpPr/>
          <p:nvPr/>
        </p:nvSpPr>
        <p:spPr>
          <a:xfrm>
            <a:off x="94488" y="92571"/>
            <a:ext cx="12003023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B36ED05-EB12-1658-A810-3D5157B56CCE}"/>
              </a:ext>
            </a:extLst>
          </p:cNvPr>
          <p:cNvSpPr/>
          <p:nvPr/>
        </p:nvSpPr>
        <p:spPr>
          <a:xfrm>
            <a:off x="106677" y="100586"/>
            <a:ext cx="54715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B7739EC-A0CF-1B67-F05C-D407B92D2306}"/>
              </a:ext>
            </a:extLst>
          </p:cNvPr>
          <p:cNvSpPr/>
          <p:nvPr/>
        </p:nvSpPr>
        <p:spPr>
          <a:xfrm>
            <a:off x="679620" y="100585"/>
            <a:ext cx="1021164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1DF5E15-7214-4268-0572-07A9C130546E}"/>
              </a:ext>
            </a:extLst>
          </p:cNvPr>
          <p:cNvSpPr/>
          <p:nvPr/>
        </p:nvSpPr>
        <p:spPr>
          <a:xfrm>
            <a:off x="11481734" y="83515"/>
            <a:ext cx="60358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375EC66-6486-8E23-E3DF-6DA018F0870C}"/>
              </a:ext>
            </a:extLst>
          </p:cNvPr>
          <p:cNvSpPr/>
          <p:nvPr/>
        </p:nvSpPr>
        <p:spPr>
          <a:xfrm>
            <a:off x="10862277" y="91278"/>
            <a:ext cx="60358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3D470EC-E8C4-20F1-FE9A-7B713C37F5DD}"/>
              </a:ext>
            </a:extLst>
          </p:cNvPr>
          <p:cNvSpPr/>
          <p:nvPr/>
        </p:nvSpPr>
        <p:spPr>
          <a:xfrm>
            <a:off x="9265314" y="78189"/>
            <a:ext cx="1576453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8EA5D97-2FD2-5305-5305-5A32BF645480}"/>
              </a:ext>
            </a:extLst>
          </p:cNvPr>
          <p:cNvSpPr/>
          <p:nvPr/>
        </p:nvSpPr>
        <p:spPr>
          <a:xfrm>
            <a:off x="97533" y="1625897"/>
            <a:ext cx="11987788" cy="1051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30DDB40-C529-5822-1C59-D25E215843CD}"/>
              </a:ext>
            </a:extLst>
          </p:cNvPr>
          <p:cNvSpPr/>
          <p:nvPr/>
        </p:nvSpPr>
        <p:spPr>
          <a:xfrm>
            <a:off x="109723" y="3405985"/>
            <a:ext cx="11987788" cy="380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E4D2B7F-877D-CE7C-0880-A9455BAAD939}"/>
              </a:ext>
            </a:extLst>
          </p:cNvPr>
          <p:cNvSpPr/>
          <p:nvPr/>
        </p:nvSpPr>
        <p:spPr>
          <a:xfrm>
            <a:off x="106677" y="4535230"/>
            <a:ext cx="11978643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A43BE3-E051-821C-775B-90D70081C6D2}"/>
              </a:ext>
            </a:extLst>
          </p:cNvPr>
          <p:cNvSpPr/>
          <p:nvPr/>
        </p:nvSpPr>
        <p:spPr>
          <a:xfrm>
            <a:off x="525780" y="4535230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4D832553-EC64-7AD3-704E-B1E8234F92B0}"/>
              </a:ext>
            </a:extLst>
          </p:cNvPr>
          <p:cNvSpPr/>
          <p:nvPr/>
        </p:nvSpPr>
        <p:spPr>
          <a:xfrm>
            <a:off x="4351782" y="4532838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AAD223C-C338-1554-A482-73B8F3BF54EC}"/>
              </a:ext>
            </a:extLst>
          </p:cNvPr>
          <p:cNvSpPr/>
          <p:nvPr/>
        </p:nvSpPr>
        <p:spPr>
          <a:xfrm>
            <a:off x="8180070" y="4531324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B8D9AF4F-E014-CB62-8C99-48E31EA9024F}"/>
              </a:ext>
            </a:extLst>
          </p:cNvPr>
          <p:cNvSpPr/>
          <p:nvPr/>
        </p:nvSpPr>
        <p:spPr>
          <a:xfrm>
            <a:off x="527763" y="4675185"/>
            <a:ext cx="3488436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98CC3B50-098A-56C4-46B9-EB45073C671C}"/>
              </a:ext>
            </a:extLst>
          </p:cNvPr>
          <p:cNvSpPr/>
          <p:nvPr/>
        </p:nvSpPr>
        <p:spPr>
          <a:xfrm>
            <a:off x="4365497" y="4675185"/>
            <a:ext cx="3461767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FE0F792E-0D7C-0A35-7C2B-9002BA9B31BA}"/>
              </a:ext>
            </a:extLst>
          </p:cNvPr>
          <p:cNvSpPr/>
          <p:nvPr/>
        </p:nvSpPr>
        <p:spPr>
          <a:xfrm>
            <a:off x="8184945" y="4675185"/>
            <a:ext cx="3479292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A0166578-5037-6036-13E4-BB1ACBD5F106}"/>
              </a:ext>
            </a:extLst>
          </p:cNvPr>
          <p:cNvSpPr/>
          <p:nvPr/>
        </p:nvSpPr>
        <p:spPr>
          <a:xfrm>
            <a:off x="1190202" y="4673070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4AF1D312-D3BC-DCDD-BA50-0CB5F7290079}"/>
              </a:ext>
            </a:extLst>
          </p:cNvPr>
          <p:cNvSpPr/>
          <p:nvPr/>
        </p:nvSpPr>
        <p:spPr>
          <a:xfrm>
            <a:off x="4953361" y="4673782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2866A9C2-B9AF-4ED2-5EF0-18FDD9712AA4}"/>
              </a:ext>
            </a:extLst>
          </p:cNvPr>
          <p:cNvSpPr/>
          <p:nvPr/>
        </p:nvSpPr>
        <p:spPr>
          <a:xfrm>
            <a:off x="8780506" y="4678257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4DF73ACB-5010-0570-574D-EFA5904D652C}"/>
              </a:ext>
            </a:extLst>
          </p:cNvPr>
          <p:cNvSpPr/>
          <p:nvPr/>
        </p:nvSpPr>
        <p:spPr>
          <a:xfrm>
            <a:off x="1200642" y="5128270"/>
            <a:ext cx="2264933" cy="1625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BA937A52-4043-A890-7A12-DBCE2E7AD9CD}"/>
              </a:ext>
            </a:extLst>
          </p:cNvPr>
          <p:cNvSpPr/>
          <p:nvPr/>
        </p:nvSpPr>
        <p:spPr>
          <a:xfrm>
            <a:off x="4964676" y="5115147"/>
            <a:ext cx="2264933" cy="1642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FD8AC782-C62B-E26D-EAE6-3D909676CD81}"/>
              </a:ext>
            </a:extLst>
          </p:cNvPr>
          <p:cNvSpPr/>
          <p:nvPr/>
        </p:nvSpPr>
        <p:spPr>
          <a:xfrm>
            <a:off x="8791820" y="5111250"/>
            <a:ext cx="2264933" cy="1642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211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EBED-9D2A-5367-CB10-0737266F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m login">
            <a:extLst>
              <a:ext uri="{FF2B5EF4-FFF2-40B4-BE49-F238E27FC236}">
                <a16:creationId xmlns:a16="http://schemas.microsoft.com/office/drawing/2014/main" id="{F65A6AD6-4470-63A6-474E-ABD6D4FE7240}"/>
              </a:ext>
            </a:extLst>
          </p:cNvPr>
          <p:cNvSpPr txBox="1"/>
          <p:nvPr/>
        </p:nvSpPr>
        <p:spPr>
          <a:xfrm>
            <a:off x="7974899" y="164413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Com login</a:t>
            </a:r>
          </a:p>
        </p:txBody>
      </p:sp>
      <p:sp>
        <p:nvSpPr>
          <p:cNvPr id="25" name="Sem login">
            <a:extLst>
              <a:ext uri="{FF2B5EF4-FFF2-40B4-BE49-F238E27FC236}">
                <a16:creationId xmlns:a16="http://schemas.microsoft.com/office/drawing/2014/main" id="{90FE557F-922A-A5AB-8CE8-5012676FF077}"/>
              </a:ext>
            </a:extLst>
          </p:cNvPr>
          <p:cNvSpPr txBox="1"/>
          <p:nvPr/>
        </p:nvSpPr>
        <p:spPr>
          <a:xfrm>
            <a:off x="7974899" y="294602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Sem login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A6EC96-DA11-EC7A-3C05-1FC76366765A}"/>
              </a:ext>
            </a:extLst>
          </p:cNvPr>
          <p:cNvSpPr txBox="1"/>
          <p:nvPr/>
        </p:nvSpPr>
        <p:spPr>
          <a:xfrm>
            <a:off x="4162044" y="1828800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R$ 0.000.000,00</a:t>
            </a:r>
          </a:p>
        </p:txBody>
      </p:sp>
      <p:grpSp>
        <p:nvGrpSpPr>
          <p:cNvPr id="61" name="Header">
            <a:extLst>
              <a:ext uri="{FF2B5EF4-FFF2-40B4-BE49-F238E27FC236}">
                <a16:creationId xmlns:a16="http://schemas.microsoft.com/office/drawing/2014/main" id="{A90CDD7C-6A67-6D0A-1FCE-6D26934B0B65}"/>
              </a:ext>
            </a:extLst>
          </p:cNvPr>
          <p:cNvGrpSpPr/>
          <p:nvPr/>
        </p:nvGrpSpPr>
        <p:grpSpPr>
          <a:xfrm>
            <a:off x="188893" y="74689"/>
            <a:ext cx="11805069" cy="916492"/>
            <a:chOff x="188893" y="74689"/>
            <a:chExt cx="11805069" cy="916492"/>
          </a:xfrm>
        </p:grpSpPr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BD97EB12-064B-4A88-EF09-6D79FC46C8D5}"/>
                </a:ext>
              </a:extLst>
            </p:cNvPr>
            <p:cNvCxnSpPr/>
            <p:nvPr/>
          </p:nvCxnSpPr>
          <p:spPr>
            <a:xfrm>
              <a:off x="198120" y="548640"/>
              <a:ext cx="117957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4384DCA5-C35B-A823-0FAE-B8950FA87ABE}"/>
                </a:ext>
              </a:extLst>
            </p:cNvPr>
            <p:cNvSpPr txBox="1"/>
            <p:nvPr/>
          </p:nvSpPr>
          <p:spPr>
            <a:xfrm>
              <a:off x="441918" y="137163"/>
              <a:ext cx="1496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Reparte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4D214456-B232-6610-2C18-AA12AC44C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59" t="18563" r="15724" b="17889"/>
            <a:stretch>
              <a:fillRect/>
            </a:stretch>
          </p:blipFill>
          <p:spPr>
            <a:xfrm>
              <a:off x="188893" y="137164"/>
              <a:ext cx="399369" cy="36933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8F03F7D-A1F9-56A8-8C56-520A04D36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2837" y="74689"/>
              <a:ext cx="421125" cy="421125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C087176-876C-DAE3-F1FA-6B9A1E974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37" b="15540"/>
            <a:stretch>
              <a:fillRect/>
            </a:stretch>
          </p:blipFill>
          <p:spPr>
            <a:xfrm>
              <a:off x="10985056" y="185635"/>
              <a:ext cx="337518" cy="23499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2351E49-3F74-DAA8-9F73-7AD81A504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37" t="33516" r="6362" b="41196"/>
            <a:stretch>
              <a:fillRect/>
            </a:stretch>
          </p:blipFill>
          <p:spPr>
            <a:xfrm>
              <a:off x="10985056" y="676656"/>
              <a:ext cx="337518" cy="197574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F1588705-AC40-FD52-B9C8-AFEABCCAEE89}"/>
                </a:ext>
              </a:extLst>
            </p:cNvPr>
            <p:cNvSpPr txBox="1"/>
            <p:nvPr/>
          </p:nvSpPr>
          <p:spPr>
            <a:xfrm>
              <a:off x="9089136" y="12983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/>
                <a:t>R$ 0.000,00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5DFCCD64-4AB3-00BA-CA79-4174E934D869}"/>
                </a:ext>
              </a:extLst>
            </p:cNvPr>
            <p:cNvSpPr txBox="1"/>
            <p:nvPr/>
          </p:nvSpPr>
          <p:spPr>
            <a:xfrm>
              <a:off x="9068610" y="591071"/>
              <a:ext cx="1712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2000" dirty="0">
                  <a:solidFill>
                    <a:schemeClr val="accent2">
                      <a:lumMod val="75000"/>
                    </a:schemeClr>
                  </a:solidFill>
                </a:rPr>
                <a:t>R$ -.---,--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7C1AFEF-EDC3-52D8-2F00-369B3F6D6298}"/>
              </a:ext>
            </a:extLst>
          </p:cNvPr>
          <p:cNvSpPr txBox="1"/>
          <p:nvPr/>
        </p:nvSpPr>
        <p:spPr>
          <a:xfrm>
            <a:off x="4162044" y="2583503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R$ x.xxx.xxx,xx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4E1D2BF-666A-107C-4FF9-8532C42F2ED4}"/>
              </a:ext>
            </a:extLst>
          </p:cNvPr>
          <p:cNvSpPr txBox="1"/>
          <p:nvPr/>
        </p:nvSpPr>
        <p:spPr>
          <a:xfrm>
            <a:off x="1060704" y="3422758"/>
            <a:ext cx="1002792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Slogan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D2C3556-057D-2975-2617-23DA1A5E228D}"/>
              </a:ext>
            </a:extLst>
          </p:cNvPr>
          <p:cNvSpPr txBox="1"/>
          <p:nvPr/>
        </p:nvSpPr>
        <p:spPr>
          <a:xfrm>
            <a:off x="1764792" y="1998077"/>
            <a:ext cx="15087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bg1">
                    <a:lumMod val="50000"/>
                  </a:schemeClr>
                </a:solidFill>
              </a:rPr>
              <a:t>Área clicável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9B6A508C-7349-C700-11E2-3165EB24AF2D}"/>
              </a:ext>
            </a:extLst>
          </p:cNvPr>
          <p:cNvCxnSpPr>
            <a:stCxn id="28" idx="3"/>
            <a:endCxn id="4" idx="1"/>
          </p:cNvCxnSpPr>
          <p:nvPr/>
        </p:nvCxnSpPr>
        <p:spPr>
          <a:xfrm>
            <a:off x="3273552" y="2182743"/>
            <a:ext cx="88849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Diagonais Arredondados 31">
            <a:extLst>
              <a:ext uri="{FF2B5EF4-FFF2-40B4-BE49-F238E27FC236}">
                <a16:creationId xmlns:a16="http://schemas.microsoft.com/office/drawing/2014/main" id="{BF627D0E-571E-A9AF-E224-96D84274C5AC}"/>
              </a:ext>
            </a:extLst>
          </p:cNvPr>
          <p:cNvSpPr/>
          <p:nvPr/>
        </p:nvSpPr>
        <p:spPr>
          <a:xfrm>
            <a:off x="4527804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Diagonais Arredondados 33">
            <a:extLst>
              <a:ext uri="{FF2B5EF4-FFF2-40B4-BE49-F238E27FC236}">
                <a16:creationId xmlns:a16="http://schemas.microsoft.com/office/drawing/2014/main" id="{6390B15E-7B13-8DFE-C37C-F21EC8A59E54}"/>
              </a:ext>
            </a:extLst>
          </p:cNvPr>
          <p:cNvSpPr/>
          <p:nvPr/>
        </p:nvSpPr>
        <p:spPr>
          <a:xfrm>
            <a:off x="697990" y="4708618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Diagonais Arredondados 35">
            <a:extLst>
              <a:ext uri="{FF2B5EF4-FFF2-40B4-BE49-F238E27FC236}">
                <a16:creationId xmlns:a16="http://schemas.microsoft.com/office/drawing/2014/main" id="{5921B0C3-E8EB-01B9-D89E-1339922E0598}"/>
              </a:ext>
            </a:extLst>
          </p:cNvPr>
          <p:cNvSpPr/>
          <p:nvPr/>
        </p:nvSpPr>
        <p:spPr>
          <a:xfrm>
            <a:off x="8357618" y="4708617"/>
            <a:ext cx="3136392" cy="185398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831FAE3-CA1F-EB3C-462C-D1B276383490}"/>
              </a:ext>
            </a:extLst>
          </p:cNvPr>
          <p:cNvCxnSpPr/>
          <p:nvPr/>
        </p:nvCxnSpPr>
        <p:spPr>
          <a:xfrm>
            <a:off x="697990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F8F476BE-3ED5-557E-91A8-5349157E2EEA}"/>
              </a:ext>
            </a:extLst>
          </p:cNvPr>
          <p:cNvCxnSpPr/>
          <p:nvPr/>
        </p:nvCxnSpPr>
        <p:spPr>
          <a:xfrm>
            <a:off x="4527804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43F63AA-939A-E3AD-B7E0-780C10C76DCA}"/>
              </a:ext>
            </a:extLst>
          </p:cNvPr>
          <p:cNvCxnSpPr/>
          <p:nvPr/>
        </p:nvCxnSpPr>
        <p:spPr>
          <a:xfrm>
            <a:off x="8356903" y="5111496"/>
            <a:ext cx="31363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3C935F9-1782-3116-AAA4-A80C73C748D3}"/>
              </a:ext>
            </a:extLst>
          </p:cNvPr>
          <p:cNvSpPr txBox="1"/>
          <p:nvPr/>
        </p:nvSpPr>
        <p:spPr>
          <a:xfrm>
            <a:off x="106070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Instituições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E9E5282-4DE1-73AD-7143-30B2D03A4D88}"/>
              </a:ext>
            </a:extLst>
          </p:cNvPr>
          <p:cNvSpPr txBox="1"/>
          <p:nvPr/>
        </p:nvSpPr>
        <p:spPr>
          <a:xfrm>
            <a:off x="4893564" y="4725391"/>
            <a:ext cx="240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Missões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73E6E7F4-0254-5EFD-4755-3BF94020A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916" y="5400865"/>
            <a:ext cx="872365" cy="872365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648A5241-A698-86CA-B75B-9E1FCB3130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011" y="5306059"/>
            <a:ext cx="1061978" cy="1061978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11194917-17DA-B43D-7A63-5B3FD7C3FE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25" y="5306059"/>
            <a:ext cx="1061979" cy="1061979"/>
          </a:xfrm>
          <a:prstGeom prst="rect">
            <a:avLst/>
          </a:prstGeom>
        </p:spPr>
      </p:pic>
      <p:grpSp>
        <p:nvGrpSpPr>
          <p:cNvPr id="60" name="Agrupar 59">
            <a:extLst>
              <a:ext uri="{FF2B5EF4-FFF2-40B4-BE49-F238E27FC236}">
                <a16:creationId xmlns:a16="http://schemas.microsoft.com/office/drawing/2014/main" id="{6EE22B61-804D-AD0C-7CE2-2B64CA7BDDC7}"/>
              </a:ext>
            </a:extLst>
          </p:cNvPr>
          <p:cNvGrpSpPr/>
          <p:nvPr/>
        </p:nvGrpSpPr>
        <p:grpSpPr>
          <a:xfrm>
            <a:off x="9349821" y="4766475"/>
            <a:ext cx="1150554" cy="290404"/>
            <a:chOff x="9786004" y="4770963"/>
            <a:chExt cx="1150554" cy="290404"/>
          </a:xfrm>
        </p:grpSpPr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049836CB-4124-8BEB-8892-0A9D4153C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6004" y="4770963"/>
              <a:ext cx="278188" cy="278188"/>
            </a:xfrm>
            <a:prstGeom prst="rect">
              <a:avLst/>
            </a:prstGeom>
          </p:spPr>
        </p:pic>
        <p:pic>
          <p:nvPicPr>
            <p:cNvPr id="57" name="Imagem 56">
              <a:extLst>
                <a:ext uri="{FF2B5EF4-FFF2-40B4-BE49-F238E27FC236}">
                  <a16:creationId xmlns:a16="http://schemas.microsoft.com/office/drawing/2014/main" id="{C6716DD2-3053-C712-E36D-17123EA26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2187" y="4770963"/>
              <a:ext cx="278188" cy="278188"/>
            </a:xfrm>
            <a:prstGeom prst="rect">
              <a:avLst/>
            </a:prstGeom>
          </p:spPr>
        </p:pic>
        <p:pic>
          <p:nvPicPr>
            <p:cNvPr id="59" name="Imagem 58">
              <a:extLst>
                <a:ext uri="{FF2B5EF4-FFF2-40B4-BE49-F238E27FC236}">
                  <a16:creationId xmlns:a16="http://schemas.microsoft.com/office/drawing/2014/main" id="{13D41DC6-4F7C-A005-1896-28BE13241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8370" y="4783179"/>
              <a:ext cx="278188" cy="278188"/>
            </a:xfrm>
            <a:prstGeom prst="rect">
              <a:avLst/>
            </a:prstGeom>
          </p:spPr>
        </p:pic>
      </p:grpSp>
      <p:sp>
        <p:nvSpPr>
          <p:cNvPr id="63" name="Com login">
            <a:extLst>
              <a:ext uri="{FF2B5EF4-FFF2-40B4-BE49-F238E27FC236}">
                <a16:creationId xmlns:a16="http://schemas.microsoft.com/office/drawing/2014/main" id="{F78C64A1-2F54-79B7-64C2-C83756F0B05A}"/>
              </a:ext>
            </a:extLst>
          </p:cNvPr>
          <p:cNvSpPr txBox="1"/>
          <p:nvPr/>
        </p:nvSpPr>
        <p:spPr>
          <a:xfrm>
            <a:off x="5307773" y="96551"/>
            <a:ext cx="1576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Página Inicial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16539B-120E-0F52-DD32-3586814DEFF0}"/>
              </a:ext>
            </a:extLst>
          </p:cNvPr>
          <p:cNvSpPr/>
          <p:nvPr/>
        </p:nvSpPr>
        <p:spPr>
          <a:xfrm>
            <a:off x="94488" y="74689"/>
            <a:ext cx="12003024" cy="6682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A9B869-A73B-31B1-19EB-747EC90BD3D4}"/>
              </a:ext>
            </a:extLst>
          </p:cNvPr>
          <p:cNvSpPr/>
          <p:nvPr/>
        </p:nvSpPr>
        <p:spPr>
          <a:xfrm>
            <a:off x="94488" y="92571"/>
            <a:ext cx="12003023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797DF5-553E-C45F-408A-E6901264AC37}"/>
              </a:ext>
            </a:extLst>
          </p:cNvPr>
          <p:cNvSpPr/>
          <p:nvPr/>
        </p:nvSpPr>
        <p:spPr>
          <a:xfrm>
            <a:off x="106677" y="100586"/>
            <a:ext cx="54715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56E2CD-4B7E-3EFD-D041-0B49CCC65A27}"/>
              </a:ext>
            </a:extLst>
          </p:cNvPr>
          <p:cNvSpPr/>
          <p:nvPr/>
        </p:nvSpPr>
        <p:spPr>
          <a:xfrm>
            <a:off x="679620" y="100585"/>
            <a:ext cx="1021164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67BB73A-EE59-5238-2632-EBF4EF4E307E}"/>
              </a:ext>
            </a:extLst>
          </p:cNvPr>
          <p:cNvSpPr/>
          <p:nvPr/>
        </p:nvSpPr>
        <p:spPr>
          <a:xfrm>
            <a:off x="11481734" y="83515"/>
            <a:ext cx="60358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63EB289-EEF4-AAA0-AF83-F942CA501AD4}"/>
              </a:ext>
            </a:extLst>
          </p:cNvPr>
          <p:cNvSpPr/>
          <p:nvPr/>
        </p:nvSpPr>
        <p:spPr>
          <a:xfrm>
            <a:off x="10862277" y="91278"/>
            <a:ext cx="603586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483C579-7AEB-5DF5-16C5-8C4EB0FBA361}"/>
              </a:ext>
            </a:extLst>
          </p:cNvPr>
          <p:cNvSpPr/>
          <p:nvPr/>
        </p:nvSpPr>
        <p:spPr>
          <a:xfrm>
            <a:off x="9265314" y="78189"/>
            <a:ext cx="1576453" cy="4611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7399779-61E8-5365-33F6-A2B381C69252}"/>
              </a:ext>
            </a:extLst>
          </p:cNvPr>
          <p:cNvSpPr/>
          <p:nvPr/>
        </p:nvSpPr>
        <p:spPr>
          <a:xfrm>
            <a:off x="97533" y="1625897"/>
            <a:ext cx="11987788" cy="1051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544A3EE-7764-F5C7-5480-C18540C63191}"/>
              </a:ext>
            </a:extLst>
          </p:cNvPr>
          <p:cNvSpPr/>
          <p:nvPr/>
        </p:nvSpPr>
        <p:spPr>
          <a:xfrm>
            <a:off x="109723" y="3405985"/>
            <a:ext cx="11987788" cy="380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9CC6085-9FC3-6440-7E8F-6E8F9538D53B}"/>
              </a:ext>
            </a:extLst>
          </p:cNvPr>
          <p:cNvSpPr/>
          <p:nvPr/>
        </p:nvSpPr>
        <p:spPr>
          <a:xfrm>
            <a:off x="106677" y="4535230"/>
            <a:ext cx="11978643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54354AC7-75BA-FBA7-A949-59DDF5075295}"/>
              </a:ext>
            </a:extLst>
          </p:cNvPr>
          <p:cNvSpPr/>
          <p:nvPr/>
        </p:nvSpPr>
        <p:spPr>
          <a:xfrm>
            <a:off x="525780" y="4535230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C2DADAA2-A627-6DD9-F5D8-6056FDCAA364}"/>
              </a:ext>
            </a:extLst>
          </p:cNvPr>
          <p:cNvSpPr/>
          <p:nvPr/>
        </p:nvSpPr>
        <p:spPr>
          <a:xfrm>
            <a:off x="4351782" y="4532838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707B2F6B-A03C-89EF-61A8-7CCFC45E1989}"/>
              </a:ext>
            </a:extLst>
          </p:cNvPr>
          <p:cNvSpPr/>
          <p:nvPr/>
        </p:nvSpPr>
        <p:spPr>
          <a:xfrm>
            <a:off x="8180070" y="4531324"/>
            <a:ext cx="3488436" cy="2222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126EE5B3-4A61-7511-0FEA-3F8B79D63D1E}"/>
              </a:ext>
            </a:extLst>
          </p:cNvPr>
          <p:cNvSpPr/>
          <p:nvPr/>
        </p:nvSpPr>
        <p:spPr>
          <a:xfrm>
            <a:off x="527763" y="4675185"/>
            <a:ext cx="3488436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032F10F7-B9AE-10AF-3D22-A4D1FCE89797}"/>
              </a:ext>
            </a:extLst>
          </p:cNvPr>
          <p:cNvSpPr/>
          <p:nvPr/>
        </p:nvSpPr>
        <p:spPr>
          <a:xfrm>
            <a:off x="4365497" y="4675185"/>
            <a:ext cx="3461767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4056BDD8-3511-BEB9-E9DD-314FE69166CC}"/>
              </a:ext>
            </a:extLst>
          </p:cNvPr>
          <p:cNvSpPr/>
          <p:nvPr/>
        </p:nvSpPr>
        <p:spPr>
          <a:xfrm>
            <a:off x="8184945" y="4675185"/>
            <a:ext cx="3479292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CC0790C9-1778-B861-08A3-6C01E1B7E0F8}"/>
              </a:ext>
            </a:extLst>
          </p:cNvPr>
          <p:cNvSpPr/>
          <p:nvPr/>
        </p:nvSpPr>
        <p:spPr>
          <a:xfrm>
            <a:off x="1190202" y="4673070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DB37DB88-ADF3-0311-5160-5034F0F41A8D}"/>
              </a:ext>
            </a:extLst>
          </p:cNvPr>
          <p:cNvSpPr/>
          <p:nvPr/>
        </p:nvSpPr>
        <p:spPr>
          <a:xfrm>
            <a:off x="4953361" y="4673782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1BC13411-38F5-2B78-8EF6-3EBFB0892213}"/>
              </a:ext>
            </a:extLst>
          </p:cNvPr>
          <p:cNvSpPr/>
          <p:nvPr/>
        </p:nvSpPr>
        <p:spPr>
          <a:xfrm>
            <a:off x="8780506" y="4678257"/>
            <a:ext cx="2287563" cy="46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42496D27-74F1-6F08-E8AB-5BFBDF4E46D4}"/>
              </a:ext>
            </a:extLst>
          </p:cNvPr>
          <p:cNvSpPr/>
          <p:nvPr/>
        </p:nvSpPr>
        <p:spPr>
          <a:xfrm>
            <a:off x="1200642" y="5128270"/>
            <a:ext cx="2264933" cy="1625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31D33D87-2002-E47B-AD49-075A6A8C1BC3}"/>
              </a:ext>
            </a:extLst>
          </p:cNvPr>
          <p:cNvSpPr/>
          <p:nvPr/>
        </p:nvSpPr>
        <p:spPr>
          <a:xfrm>
            <a:off x="4964676" y="5115147"/>
            <a:ext cx="2264933" cy="1642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FE90E22F-E3F2-13F9-FABB-4D3DE873C888}"/>
              </a:ext>
            </a:extLst>
          </p:cNvPr>
          <p:cNvSpPr/>
          <p:nvPr/>
        </p:nvSpPr>
        <p:spPr>
          <a:xfrm>
            <a:off x="8791820" y="5111250"/>
            <a:ext cx="2264933" cy="1642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om login">
            <a:extLst>
              <a:ext uri="{FF2B5EF4-FFF2-40B4-BE49-F238E27FC236}">
                <a16:creationId xmlns:a16="http://schemas.microsoft.com/office/drawing/2014/main" id="{D0400E1E-EBE4-0149-4936-A535988A13F4}"/>
              </a:ext>
            </a:extLst>
          </p:cNvPr>
          <p:cNvSpPr txBox="1"/>
          <p:nvPr/>
        </p:nvSpPr>
        <p:spPr>
          <a:xfrm rot="16200000">
            <a:off x="12548" y="770587"/>
            <a:ext cx="709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15" name="Com login">
            <a:extLst>
              <a:ext uri="{FF2B5EF4-FFF2-40B4-BE49-F238E27FC236}">
                <a16:creationId xmlns:a16="http://schemas.microsoft.com/office/drawing/2014/main" id="{328530DE-2568-D13B-23BB-F61774CE4BCB}"/>
              </a:ext>
            </a:extLst>
          </p:cNvPr>
          <p:cNvSpPr txBox="1"/>
          <p:nvPr/>
        </p:nvSpPr>
        <p:spPr>
          <a:xfrm rot="16200000">
            <a:off x="800015" y="804693"/>
            <a:ext cx="709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&lt;h2&gt;</a:t>
            </a:r>
          </a:p>
        </p:txBody>
      </p:sp>
      <p:sp>
        <p:nvSpPr>
          <p:cNvPr id="19" name="Com login">
            <a:extLst>
              <a:ext uri="{FF2B5EF4-FFF2-40B4-BE49-F238E27FC236}">
                <a16:creationId xmlns:a16="http://schemas.microsoft.com/office/drawing/2014/main" id="{D0364A78-5BB9-77AB-FACE-66CD4353EDE9}"/>
              </a:ext>
            </a:extLst>
          </p:cNvPr>
          <p:cNvSpPr txBox="1"/>
          <p:nvPr/>
        </p:nvSpPr>
        <p:spPr>
          <a:xfrm>
            <a:off x="8545515" y="181104"/>
            <a:ext cx="709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&lt;h2&gt;</a:t>
            </a:r>
          </a:p>
        </p:txBody>
      </p:sp>
      <p:sp>
        <p:nvSpPr>
          <p:cNvPr id="29" name="Com login">
            <a:extLst>
              <a:ext uri="{FF2B5EF4-FFF2-40B4-BE49-F238E27FC236}">
                <a16:creationId xmlns:a16="http://schemas.microsoft.com/office/drawing/2014/main" id="{16026FDC-DB2F-3C94-9EB5-8016BD5CA319}"/>
              </a:ext>
            </a:extLst>
          </p:cNvPr>
          <p:cNvSpPr txBox="1"/>
          <p:nvPr/>
        </p:nvSpPr>
        <p:spPr>
          <a:xfrm>
            <a:off x="10679667" y="891003"/>
            <a:ext cx="92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&lt;button&gt;</a:t>
            </a:r>
          </a:p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37" name="Com login">
            <a:extLst>
              <a:ext uri="{FF2B5EF4-FFF2-40B4-BE49-F238E27FC236}">
                <a16:creationId xmlns:a16="http://schemas.microsoft.com/office/drawing/2014/main" id="{B3427E0F-719F-34AA-E007-81F884648B04}"/>
              </a:ext>
            </a:extLst>
          </p:cNvPr>
          <p:cNvSpPr txBox="1"/>
          <p:nvPr/>
        </p:nvSpPr>
        <p:spPr>
          <a:xfrm>
            <a:off x="11276343" y="565532"/>
            <a:ext cx="92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&lt;button&gt;</a:t>
            </a:r>
          </a:p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46" name="Com login">
            <a:extLst>
              <a:ext uri="{FF2B5EF4-FFF2-40B4-BE49-F238E27FC236}">
                <a16:creationId xmlns:a16="http://schemas.microsoft.com/office/drawing/2014/main" id="{967B5272-FC74-6187-C4E7-597D8C41017F}"/>
              </a:ext>
            </a:extLst>
          </p:cNvPr>
          <p:cNvSpPr txBox="1"/>
          <p:nvPr/>
        </p:nvSpPr>
        <p:spPr>
          <a:xfrm>
            <a:off x="7977383" y="2032282"/>
            <a:ext cx="922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&lt;button&gt;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4D73B66B-CA9C-E434-6833-2470FD81FA61}"/>
              </a:ext>
            </a:extLst>
          </p:cNvPr>
          <p:cNvSpPr/>
          <p:nvPr/>
        </p:nvSpPr>
        <p:spPr>
          <a:xfrm>
            <a:off x="4162044" y="1624382"/>
            <a:ext cx="3867912" cy="1051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om login">
            <a:extLst>
              <a:ext uri="{FF2B5EF4-FFF2-40B4-BE49-F238E27FC236}">
                <a16:creationId xmlns:a16="http://schemas.microsoft.com/office/drawing/2014/main" id="{0EE0A1C6-84F3-EC3F-8434-5E0DF9D9C046}"/>
              </a:ext>
            </a:extLst>
          </p:cNvPr>
          <p:cNvSpPr txBox="1"/>
          <p:nvPr/>
        </p:nvSpPr>
        <p:spPr>
          <a:xfrm>
            <a:off x="796665" y="3098208"/>
            <a:ext cx="922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&lt;p&gt;</a:t>
            </a:r>
          </a:p>
        </p:txBody>
      </p:sp>
      <p:sp>
        <p:nvSpPr>
          <p:cNvPr id="67" name="Com login">
            <a:extLst>
              <a:ext uri="{FF2B5EF4-FFF2-40B4-BE49-F238E27FC236}">
                <a16:creationId xmlns:a16="http://schemas.microsoft.com/office/drawing/2014/main" id="{016E6C54-D170-8CD0-892A-866DEAB6DF10}"/>
              </a:ext>
            </a:extLst>
          </p:cNvPr>
          <p:cNvSpPr txBox="1"/>
          <p:nvPr/>
        </p:nvSpPr>
        <p:spPr>
          <a:xfrm>
            <a:off x="126810" y="4219066"/>
            <a:ext cx="1181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&lt;section&gt;</a:t>
            </a:r>
          </a:p>
        </p:txBody>
      </p:sp>
      <p:sp>
        <p:nvSpPr>
          <p:cNvPr id="71" name="Com login">
            <a:extLst>
              <a:ext uri="{FF2B5EF4-FFF2-40B4-BE49-F238E27FC236}">
                <a16:creationId xmlns:a16="http://schemas.microsoft.com/office/drawing/2014/main" id="{6C6386CC-D878-40E1-398E-E6738629F348}"/>
              </a:ext>
            </a:extLst>
          </p:cNvPr>
          <p:cNvSpPr txBox="1"/>
          <p:nvPr/>
        </p:nvSpPr>
        <p:spPr>
          <a:xfrm>
            <a:off x="458015" y="6513310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&lt;div&gt;</a:t>
            </a:r>
          </a:p>
        </p:txBody>
      </p:sp>
      <p:sp>
        <p:nvSpPr>
          <p:cNvPr id="75" name="Com login">
            <a:extLst>
              <a:ext uri="{FF2B5EF4-FFF2-40B4-BE49-F238E27FC236}">
                <a16:creationId xmlns:a16="http://schemas.microsoft.com/office/drawing/2014/main" id="{D67F8137-B62D-65E0-C328-0EC776FA7EE4}"/>
              </a:ext>
            </a:extLst>
          </p:cNvPr>
          <p:cNvSpPr txBox="1"/>
          <p:nvPr/>
        </p:nvSpPr>
        <p:spPr>
          <a:xfrm>
            <a:off x="4259955" y="6504165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&lt;div&gt;</a:t>
            </a:r>
          </a:p>
        </p:txBody>
      </p:sp>
      <p:sp>
        <p:nvSpPr>
          <p:cNvPr id="79" name="Com login">
            <a:extLst>
              <a:ext uri="{FF2B5EF4-FFF2-40B4-BE49-F238E27FC236}">
                <a16:creationId xmlns:a16="http://schemas.microsoft.com/office/drawing/2014/main" id="{63609B3D-4E38-CB5D-E3D0-22F89ED6562D}"/>
              </a:ext>
            </a:extLst>
          </p:cNvPr>
          <p:cNvSpPr txBox="1"/>
          <p:nvPr/>
        </p:nvSpPr>
        <p:spPr>
          <a:xfrm>
            <a:off x="8095096" y="6511127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&lt;div&gt;</a:t>
            </a:r>
          </a:p>
        </p:txBody>
      </p:sp>
      <p:sp>
        <p:nvSpPr>
          <p:cNvPr id="83" name="Com login">
            <a:extLst>
              <a:ext uri="{FF2B5EF4-FFF2-40B4-BE49-F238E27FC236}">
                <a16:creationId xmlns:a16="http://schemas.microsoft.com/office/drawing/2014/main" id="{5C8DFE17-1A7E-FB9F-D880-6D87B038E32C}"/>
              </a:ext>
            </a:extLst>
          </p:cNvPr>
          <p:cNvSpPr txBox="1"/>
          <p:nvPr/>
        </p:nvSpPr>
        <p:spPr>
          <a:xfrm>
            <a:off x="2721994" y="6309360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85" name="Com login">
            <a:extLst>
              <a:ext uri="{FF2B5EF4-FFF2-40B4-BE49-F238E27FC236}">
                <a16:creationId xmlns:a16="http://schemas.microsoft.com/office/drawing/2014/main" id="{CA88D7A2-2938-FE0E-5007-FBDB1909FB8C}"/>
              </a:ext>
            </a:extLst>
          </p:cNvPr>
          <p:cNvSpPr txBox="1"/>
          <p:nvPr/>
        </p:nvSpPr>
        <p:spPr>
          <a:xfrm>
            <a:off x="2773186" y="4834110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&lt;h3&gt;</a:t>
            </a:r>
          </a:p>
        </p:txBody>
      </p:sp>
      <p:sp>
        <p:nvSpPr>
          <p:cNvPr id="87" name="Com login">
            <a:extLst>
              <a:ext uri="{FF2B5EF4-FFF2-40B4-BE49-F238E27FC236}">
                <a16:creationId xmlns:a16="http://schemas.microsoft.com/office/drawing/2014/main" id="{AA0D1546-CBAE-290B-7D8E-C82C0ACB8881}"/>
              </a:ext>
            </a:extLst>
          </p:cNvPr>
          <p:cNvSpPr txBox="1"/>
          <p:nvPr/>
        </p:nvSpPr>
        <p:spPr>
          <a:xfrm>
            <a:off x="6505829" y="6284467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89" name="Com login">
            <a:extLst>
              <a:ext uri="{FF2B5EF4-FFF2-40B4-BE49-F238E27FC236}">
                <a16:creationId xmlns:a16="http://schemas.microsoft.com/office/drawing/2014/main" id="{483B03ED-DC0B-241D-15D6-96D09FC52B9F}"/>
              </a:ext>
            </a:extLst>
          </p:cNvPr>
          <p:cNvSpPr txBox="1"/>
          <p:nvPr/>
        </p:nvSpPr>
        <p:spPr>
          <a:xfrm>
            <a:off x="6557021" y="4809217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&lt;h3&gt;</a:t>
            </a:r>
          </a:p>
        </p:txBody>
      </p:sp>
      <p:sp>
        <p:nvSpPr>
          <p:cNvPr id="91" name="Com login">
            <a:extLst>
              <a:ext uri="{FF2B5EF4-FFF2-40B4-BE49-F238E27FC236}">
                <a16:creationId xmlns:a16="http://schemas.microsoft.com/office/drawing/2014/main" id="{38CB1DB4-D25B-C9C2-559B-5C1C54D37DCC}"/>
              </a:ext>
            </a:extLst>
          </p:cNvPr>
          <p:cNvSpPr txBox="1"/>
          <p:nvPr/>
        </p:nvSpPr>
        <p:spPr>
          <a:xfrm>
            <a:off x="10338286" y="6301311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  <p:sp>
        <p:nvSpPr>
          <p:cNvPr id="93" name="Com login">
            <a:extLst>
              <a:ext uri="{FF2B5EF4-FFF2-40B4-BE49-F238E27FC236}">
                <a16:creationId xmlns:a16="http://schemas.microsoft.com/office/drawing/2014/main" id="{E6A24A95-52D5-24CE-C9B3-5E7F3A934C13}"/>
              </a:ext>
            </a:extLst>
          </p:cNvPr>
          <p:cNvSpPr txBox="1"/>
          <p:nvPr/>
        </p:nvSpPr>
        <p:spPr>
          <a:xfrm>
            <a:off x="10395333" y="4834110"/>
            <a:ext cx="78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i="1" dirty="0">
                <a:solidFill>
                  <a:srgbClr val="FF0000"/>
                </a:solidFill>
              </a:rPr>
              <a:t>&lt;img&gt;</a:t>
            </a:r>
          </a:p>
        </p:txBody>
      </p:sp>
    </p:spTree>
    <p:extLst>
      <p:ext uri="{BB962C8B-B14F-4D97-AF65-F5344CB8AC3E}">
        <p14:creationId xmlns:p14="http://schemas.microsoft.com/office/powerpoint/2010/main" val="2968484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175</Words>
  <Application>Microsoft Office PowerPoint</Application>
  <PresentationFormat>Widescreen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 Coelho</dc:creator>
  <cp:lastModifiedBy>Bianca Coelho</cp:lastModifiedBy>
  <cp:revision>2</cp:revision>
  <dcterms:created xsi:type="dcterms:W3CDTF">2026-07-07T23:54:49Z</dcterms:created>
  <dcterms:modified xsi:type="dcterms:W3CDTF">2026-07-08T20:47:50Z</dcterms:modified>
</cp:coreProperties>
</file>